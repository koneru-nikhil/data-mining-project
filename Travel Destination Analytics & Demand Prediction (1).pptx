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8" r:id="rId9"/>
    <p:sldId id="262" r:id="rId10"/>
    <p:sldId id="267" r:id="rId11"/>
    <p:sldId id="263" r:id="rId12"/>
    <p:sldId id="265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35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073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14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54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128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9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11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63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50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81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C953-EF2A-4BBE-8547-D4FB62023CB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E3C75E4-A8DE-4DB6-9C5A-9833F14A37C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01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36966138_DATA_MINING_FOR_TRAVELS_AND_TOURISM" TargetMode="External"/><Relationship Id="rId2" Type="http://schemas.openxmlformats.org/officeDocument/2006/relationships/hyperlink" Target="https://www.sciencedirect.com/book/9780123814791/data-mining-concepts-and-techniques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researchgate.net/publication/345606850_Big_Data_Analytics_for_Tourism_Destinations" TargetMode="External"/><Relationship Id="rId4" Type="http://schemas.openxmlformats.org/officeDocument/2006/relationships/hyperlink" Target="https://www.sciencedirect.com/science/article/pii/S0160738321001511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2D0A5-792D-7473-6007-08BFD3B4BB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4000" dirty="0" err="1"/>
              <a:t>Travel</a:t>
            </a:r>
            <a:r>
              <a:rPr lang="fr-FR" sz="4000" dirty="0"/>
              <a:t> Destination Analytics &amp; </a:t>
            </a:r>
            <a:r>
              <a:rPr lang="fr-FR" sz="4000" dirty="0" err="1"/>
              <a:t>Demand</a:t>
            </a:r>
            <a:r>
              <a:rPr lang="fr-FR" sz="4000" dirty="0"/>
              <a:t> </a:t>
            </a:r>
            <a:r>
              <a:rPr lang="fr-FR" sz="4000" dirty="0" err="1"/>
              <a:t>Prediction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0450B-D198-A52B-5086-F53CFF56C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541431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Team Members :</a:t>
            </a:r>
            <a:br>
              <a:rPr lang="en-US" dirty="0"/>
            </a:br>
            <a:r>
              <a:rPr lang="en-US" dirty="0"/>
              <a:t>K. Nikhil (2320090025)</a:t>
            </a:r>
          </a:p>
          <a:p>
            <a:pPr>
              <a:lnSpc>
                <a:spcPct val="150000"/>
              </a:lnSpc>
            </a:pPr>
            <a:r>
              <a:rPr lang="en-US" dirty="0"/>
              <a:t>B. Joshita(2320090048)</a:t>
            </a:r>
          </a:p>
          <a:p>
            <a:pPr>
              <a:lnSpc>
                <a:spcPct val="150000"/>
              </a:lnSpc>
            </a:pPr>
            <a:r>
              <a:rPr lang="en-US" dirty="0"/>
              <a:t>V. Bhavya(2320030319)</a:t>
            </a:r>
          </a:p>
          <a:p>
            <a:pPr>
              <a:lnSpc>
                <a:spcPct val="150000"/>
              </a:lnSpc>
            </a:pPr>
            <a:r>
              <a:rPr lang="en-US" dirty="0"/>
              <a:t>Guide :  </a:t>
            </a:r>
            <a:r>
              <a:rPr lang="en-US" dirty="0" err="1"/>
              <a:t>Dr.Krishna</a:t>
            </a:r>
            <a:r>
              <a:rPr lang="en-US" dirty="0"/>
              <a:t> Kishore</a:t>
            </a:r>
          </a:p>
          <a:p>
            <a:pPr>
              <a:lnSpc>
                <a:spcPct val="150000"/>
              </a:lnSpc>
            </a:pPr>
            <a:r>
              <a:rPr lang="en-US" dirty="0"/>
              <a:t>Course: DATA WAREHOUSING AND MINING</a:t>
            </a:r>
            <a:br>
              <a:rPr lang="en-US" dirty="0"/>
            </a:br>
            <a:r>
              <a:rPr lang="en-US" dirty="0"/>
              <a:t>A.Y: 2025–2026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24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4B67E-16D0-69AC-6668-FB61D7D5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9E65D-606F-7CBB-B37F-DA3F3C0AB663}"/>
              </a:ext>
            </a:extLst>
          </p:cNvPr>
          <p:cNvSpPr txBox="1"/>
          <p:nvPr/>
        </p:nvSpPr>
        <p:spPr>
          <a:xfrm>
            <a:off x="1451579" y="1994824"/>
            <a:ext cx="9603274" cy="336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Travel companies generate a large amount of data from: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 bookings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Travel destinations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Budget information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Transportation details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Seasonal travel patterns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Analyzing this data manually is difficult.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Data Warehousing and Data Mining help organize and analyze travel data to discover useful insights.</a:t>
            </a:r>
          </a:p>
        </p:txBody>
      </p:sp>
    </p:spTree>
    <p:extLst>
      <p:ext uri="{BB962C8B-B14F-4D97-AF65-F5344CB8AC3E}">
        <p14:creationId xmlns:p14="http://schemas.microsoft.com/office/powerpoint/2010/main" val="3053611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C4B02-6E2B-9CCE-5106-D0FACC30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BC1F5-A986-7E73-5F7A-465EAB5471EE}"/>
              </a:ext>
            </a:extLst>
          </p:cNvPr>
          <p:cNvSpPr txBox="1"/>
          <p:nvPr/>
        </p:nvSpPr>
        <p:spPr>
          <a:xfrm>
            <a:off x="1451579" y="2208937"/>
            <a:ext cx="6101442" cy="253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Travel data is usually stored in different systems and formats.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Because of this: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Difficult to identify popular destinations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Hard to analyze travel trends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Cannot easily predict customer travel preferences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is not used effectively for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816004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25FA0-FA3A-6712-1C3B-FE2329FE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139717-9290-BDB5-D541-B3DD9CF9AD35}"/>
              </a:ext>
            </a:extLst>
          </p:cNvPr>
          <p:cNvSpPr txBox="1"/>
          <p:nvPr/>
        </p:nvSpPr>
        <p:spPr>
          <a:xfrm>
            <a:off x="1451579" y="2216808"/>
            <a:ext cx="6101442" cy="212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We propose </a:t>
            </a:r>
            <a:r>
              <a:rPr lang="en-US" dirty="0" err="1"/>
              <a:t>TripMine</a:t>
            </a:r>
            <a:r>
              <a:rPr lang="en-US" dirty="0"/>
              <a:t>, a system that: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Collects travel data from different sources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Stores the data in a centralized Data Warehouse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Applies Data Mining algorithms to analyze patterns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Generates reports about travel trends and customer behavior</a:t>
            </a:r>
          </a:p>
        </p:txBody>
      </p:sp>
    </p:spTree>
    <p:extLst>
      <p:ext uri="{BB962C8B-B14F-4D97-AF65-F5344CB8AC3E}">
        <p14:creationId xmlns:p14="http://schemas.microsoft.com/office/powerpoint/2010/main" val="989993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7B77-5670-2456-DCF5-FFF62854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9207C-84D8-3919-E938-C87B5746BEAE}"/>
              </a:ext>
            </a:extLst>
          </p:cNvPr>
          <p:cNvSpPr txBox="1"/>
          <p:nvPr/>
        </p:nvSpPr>
        <p:spPr>
          <a:xfrm>
            <a:off x="1451579" y="2160538"/>
            <a:ext cx="6101442" cy="336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Existing systems focus on: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Review-based suggestions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Popular destination ranking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Collaborative filtering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However, they lack: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Context-aware recommendations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Cloud-based scalability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Real-time behavior analysis</a:t>
            </a:r>
          </a:p>
        </p:txBody>
      </p:sp>
    </p:spTree>
    <p:extLst>
      <p:ext uri="{BB962C8B-B14F-4D97-AF65-F5344CB8AC3E}">
        <p14:creationId xmlns:p14="http://schemas.microsoft.com/office/powerpoint/2010/main" val="828586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933FD-8B47-E065-C7EF-10E87876E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AE2BA-A217-8274-D019-C5E792B4EC0A}"/>
              </a:ext>
            </a:extLst>
          </p:cNvPr>
          <p:cNvSpPr txBox="1"/>
          <p:nvPr/>
        </p:nvSpPr>
        <p:spPr>
          <a:xfrm>
            <a:off x="1451579" y="2263366"/>
            <a:ext cx="6101442" cy="253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The main objectives of the project are: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Build a Travel Data Warehouse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Analyze travel data using Data Mining techniques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Identify popular travel destinations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Discover travel patterns of customers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Generate useful reports for travel planning</a:t>
            </a:r>
          </a:p>
        </p:txBody>
      </p:sp>
    </p:spTree>
    <p:extLst>
      <p:ext uri="{BB962C8B-B14F-4D97-AF65-F5344CB8AC3E}">
        <p14:creationId xmlns:p14="http://schemas.microsoft.com/office/powerpoint/2010/main" val="1690397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FADF4-5D56-759B-2333-CAB7D3022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71FF2-8B90-0263-4EBD-970E1B45E3BD}"/>
              </a:ext>
            </a:extLst>
          </p:cNvPr>
          <p:cNvSpPr txBox="1"/>
          <p:nvPr/>
        </p:nvSpPr>
        <p:spPr>
          <a:xfrm>
            <a:off x="1451578" y="1969451"/>
            <a:ext cx="9603275" cy="419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1. Data Sources</a:t>
            </a:r>
            <a:br>
              <a:rPr lang="en-US" dirty="0"/>
            </a:br>
            <a:r>
              <a:rPr lang="en-US" dirty="0"/>
              <a:t>Collects travel-related data from sources such as travel booking systems, tourism websites, and customer travel records. This data includes user details, destinations, budget, travel season, and transport mode.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2. Data Integration</a:t>
            </a:r>
            <a:br>
              <a:rPr lang="en-US" dirty="0"/>
            </a:br>
            <a:r>
              <a:rPr lang="en-US" dirty="0"/>
              <a:t>Combines data from multiple sources into a single dataset so that it can be processed and analyzed together.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3. ETL Process (Extract, Transform, Load)</a:t>
            </a:r>
            <a:br>
              <a:rPr lang="en-US" dirty="0"/>
            </a:br>
            <a:r>
              <a:rPr lang="en-US" dirty="0"/>
              <a:t>Extracts travel data from sources, cleans and transforms the data by removing errors or duplicates, and loads the processed data into the data warehouse.</a:t>
            </a:r>
          </a:p>
        </p:txBody>
      </p:sp>
    </p:spTree>
    <p:extLst>
      <p:ext uri="{BB962C8B-B14F-4D97-AF65-F5344CB8AC3E}">
        <p14:creationId xmlns:p14="http://schemas.microsoft.com/office/powerpoint/2010/main" val="753686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C600-3541-B095-843A-271057CF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67354C-4B6F-0732-DB32-61C7744C9843}"/>
              </a:ext>
            </a:extLst>
          </p:cNvPr>
          <p:cNvSpPr txBox="1"/>
          <p:nvPr/>
        </p:nvSpPr>
        <p:spPr>
          <a:xfrm>
            <a:off x="1451579" y="2063741"/>
            <a:ext cx="9603274" cy="378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4. Data Warehouse</a:t>
            </a:r>
            <a:br>
              <a:rPr lang="en-US" dirty="0"/>
            </a:br>
            <a:r>
              <a:rPr lang="en-US" dirty="0"/>
              <a:t>Stores the cleaned and structured travel data in a centralized database using dimensional models like star schema, which enables efficient data analysis.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5. Data Mining Module</a:t>
            </a:r>
            <a:br>
              <a:rPr lang="en-US" dirty="0"/>
            </a:br>
            <a:r>
              <a:rPr lang="en-US" dirty="0"/>
              <a:t>Applies data mining techniques such as clustering, classification, and association rule mining to discover travel patterns, customer behavior, and destination trends.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6. Results &amp; Visualization</a:t>
            </a:r>
            <a:br>
              <a:rPr lang="en-US" dirty="0"/>
            </a:br>
            <a:r>
              <a:rPr lang="en-US" dirty="0"/>
              <a:t>Generates insights such as popular destinations, seasonal travel trends, and travel demand predictions, which are displayed using reports and charts.</a:t>
            </a:r>
          </a:p>
        </p:txBody>
      </p:sp>
    </p:spTree>
    <p:extLst>
      <p:ext uri="{BB962C8B-B14F-4D97-AF65-F5344CB8AC3E}">
        <p14:creationId xmlns:p14="http://schemas.microsoft.com/office/powerpoint/2010/main" val="4138090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C0BC-0D0E-FF5A-8C40-7BE5CA5F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9B532-020C-D45A-EB2D-F4A464BBA3DB}"/>
              </a:ext>
            </a:extLst>
          </p:cNvPr>
          <p:cNvSpPr txBox="1"/>
          <p:nvPr/>
        </p:nvSpPr>
        <p:spPr>
          <a:xfrm>
            <a:off x="1346275" y="2162379"/>
            <a:ext cx="9499450" cy="253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proposed system successfully: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Stores travel data in a </a:t>
            </a:r>
            <a:r>
              <a:rPr lang="en-US" b="1" dirty="0"/>
              <a:t>centralized Data Warehouse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data mining techniques to analyze travel patterns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Identifies </a:t>
            </a:r>
            <a:r>
              <a:rPr lang="en-US" b="1" dirty="0"/>
              <a:t>popular destinations and seasonal travel trends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Predicts </a:t>
            </a:r>
            <a:r>
              <a:rPr lang="en-US" b="1" dirty="0"/>
              <a:t>future travel demand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useful insights for travel planning and tourism management</a:t>
            </a:r>
          </a:p>
        </p:txBody>
      </p:sp>
    </p:spTree>
    <p:extLst>
      <p:ext uri="{BB962C8B-B14F-4D97-AF65-F5344CB8AC3E}">
        <p14:creationId xmlns:p14="http://schemas.microsoft.com/office/powerpoint/2010/main" val="1039157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858A7-BFA6-DC45-2231-9A21A02C1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10B109-53A5-E3B3-E63F-7983946FFA73}"/>
              </a:ext>
            </a:extLst>
          </p:cNvPr>
          <p:cNvSpPr txBox="1"/>
          <p:nvPr/>
        </p:nvSpPr>
        <p:spPr>
          <a:xfrm>
            <a:off x="1451579" y="2320809"/>
            <a:ext cx="6101442" cy="295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Popular Destination Analysis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The system identifies the most visited travel destinations.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Example result: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Goa – 35% travelers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Manali – 25% travelers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Kerala – 20% travelers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This helps travel companies promote popular destinations</a:t>
            </a:r>
          </a:p>
        </p:txBody>
      </p:sp>
    </p:spTree>
    <p:extLst>
      <p:ext uri="{BB962C8B-B14F-4D97-AF65-F5344CB8AC3E}">
        <p14:creationId xmlns:p14="http://schemas.microsoft.com/office/powerpoint/2010/main" val="1094661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3DE47-8EB0-AB81-BF1D-35A545D1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21BE6F-DA41-BFE9-BF99-40118C433CE9}"/>
              </a:ext>
            </a:extLst>
          </p:cNvPr>
          <p:cNvSpPr txBox="1"/>
          <p:nvPr/>
        </p:nvSpPr>
        <p:spPr>
          <a:xfrm>
            <a:off x="1451579" y="2228671"/>
            <a:ext cx="9603274" cy="1705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 err="1"/>
              <a:t>TripMine</a:t>
            </a:r>
            <a:r>
              <a:rPr lang="en-US" dirty="0"/>
              <a:t> demonstrates how </a:t>
            </a:r>
            <a:r>
              <a:rPr lang="en-US" b="1" dirty="0"/>
              <a:t>Data Warehousing and Data Mining</a:t>
            </a:r>
            <a:r>
              <a:rPr lang="en-US" dirty="0"/>
              <a:t> can be used to analyze travel data.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The system helps identify travel trends, understand customer preferences, and support better travel planning.</a:t>
            </a:r>
          </a:p>
        </p:txBody>
      </p:sp>
    </p:spTree>
    <p:extLst>
      <p:ext uri="{BB962C8B-B14F-4D97-AF65-F5344CB8AC3E}">
        <p14:creationId xmlns:p14="http://schemas.microsoft.com/office/powerpoint/2010/main" val="2077044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9A51-958D-51C7-9F41-34588CFE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4F5C5-1DC1-666B-5D42-12DCC857F80A}"/>
              </a:ext>
            </a:extLst>
          </p:cNvPr>
          <p:cNvSpPr txBox="1"/>
          <p:nvPr/>
        </p:nvSpPr>
        <p:spPr>
          <a:xfrm>
            <a:off x="1451579" y="1853754"/>
            <a:ext cx="9603274" cy="419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Han, J., Kamber, M., &amp; Pei, J.</a:t>
            </a:r>
            <a:br>
              <a:rPr lang="en-US" dirty="0"/>
            </a:br>
            <a:r>
              <a:rPr lang="en-US" b="1" dirty="0"/>
              <a:t>Data Mining: Concepts and Techniques.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https://www.sciencedirect.com/book/9780123814791/data-mining-concepts-and-techniques</a:t>
            </a: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Data Mining for Travels and Tourism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https://www.researchgate.net/publication/236966138_DATA_MINING_FOR_TRAVELS_AND_TOURISM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Tourism Demand Forecasting with Online News Data Mining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https://www.sciencedirect.com/science/article/pii/S0160738321001511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Big Data Analytics for Tourism Destinations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https://www.researchgate.net/publication/345606850_Big_Data_Analytics_for_Tourism_Destinations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388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2C9703D-C8F9-44AD-A7C0-C2F3871F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60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White Background Thank You Slide - SlideKit">
            <a:extLst>
              <a:ext uri="{FF2B5EF4-FFF2-40B4-BE49-F238E27FC236}">
                <a16:creationId xmlns:a16="http://schemas.microsoft.com/office/drawing/2014/main" id="{B1952DF7-58D4-DA95-0C30-38FEE3B2B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8" r="1" b="7725"/>
          <a:stretch>
            <a:fillRect/>
          </a:stretch>
        </p:blipFill>
        <p:spPr bwMode="auto">
          <a:xfrm>
            <a:off x="984646" y="643467"/>
            <a:ext cx="10222708" cy="4873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17277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</TotalTime>
  <Words>668</Words>
  <Application>Microsoft Office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Travel Destination Analytics &amp; Demand Prediction</vt:lpstr>
      <vt:lpstr>Introduction</vt:lpstr>
      <vt:lpstr>Problem Statement</vt:lpstr>
      <vt:lpstr>Proposed Solution</vt:lpstr>
      <vt:lpstr>Literature Survey</vt:lpstr>
      <vt:lpstr>Objectives</vt:lpstr>
      <vt:lpstr>System Architecture</vt:lpstr>
      <vt:lpstr>System Architecture</vt:lpstr>
      <vt:lpstr>Expected Results</vt:lpstr>
      <vt:lpstr>Expected Results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Koneru</dc:creator>
  <cp:lastModifiedBy>Nikhil Koneru</cp:lastModifiedBy>
  <cp:revision>3</cp:revision>
  <dcterms:created xsi:type="dcterms:W3CDTF">2026-03-07T03:01:27Z</dcterms:created>
  <dcterms:modified xsi:type="dcterms:W3CDTF">2026-04-24T08:37:05Z</dcterms:modified>
</cp:coreProperties>
</file>